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Cabin" panose="020B0604020202020204" charset="0"/>
      <p:regular r:id="rId10"/>
    </p:embeddedFont>
    <p:embeddedFont>
      <p:font typeface="Cabin Bold" panose="020B0604020202020204" charset="0"/>
      <p:regular r:id="rId11"/>
    </p:embeddedFont>
    <p:embeddedFont>
      <p:font typeface="Unbounde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10FBC9-5487-41F8-B819-10372D64D410}" v="6" dt="2026-07-14T07:41:14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kiran" userId="119fdc0bb374d4e8" providerId="LiveId" clId="{E1989D95-E547-489B-8966-851016733C2C}"/>
    <pc:docChg chg="undo custSel addSld delSld modSld">
      <pc:chgData name="ravi kiran" userId="119fdc0bb374d4e8" providerId="LiveId" clId="{E1989D95-E547-489B-8966-851016733C2C}" dt="2026-07-14T07:44:32.465" v="88" actId="14100"/>
      <pc:docMkLst>
        <pc:docMk/>
      </pc:docMkLst>
      <pc:sldChg chg="addSp delSp modSp del mod chgLayout">
        <pc:chgData name="ravi kiran" userId="119fdc0bb374d4e8" providerId="LiveId" clId="{E1989D95-E547-489B-8966-851016733C2C}" dt="2026-07-14T07:41:06.394" v="51" actId="47"/>
        <pc:sldMkLst>
          <pc:docMk/>
          <pc:sldMk cId="0" sldId="256"/>
        </pc:sldMkLst>
        <pc:spChg chg="del mod">
          <ac:chgData name="ravi kiran" userId="119fdc0bb374d4e8" providerId="LiveId" clId="{E1989D95-E547-489B-8966-851016733C2C}" dt="2026-07-14T07:32:53.802" v="30" actId="478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ravi kiran" userId="119fdc0bb374d4e8" providerId="LiveId" clId="{E1989D95-E547-489B-8966-851016733C2C}" dt="2026-07-14T07:36:16.072" v="38" actId="478"/>
          <ac:spMkLst>
            <pc:docMk/>
            <pc:sldMk cId="0" sldId="256"/>
            <ac:spMk id="5" creationId="{06E570BC-F6F1-3EDB-91E2-CC53668D98B9}"/>
          </ac:spMkLst>
        </pc:spChg>
        <pc:picChg chg="add del mod">
          <ac:chgData name="ravi kiran" userId="119fdc0bb374d4e8" providerId="LiveId" clId="{E1989D95-E547-489B-8966-851016733C2C}" dt="2026-07-14T07:34:29.033" v="33" actId="478"/>
          <ac:picMkLst>
            <pc:docMk/>
            <pc:sldMk cId="0" sldId="256"/>
            <ac:picMk id="4" creationId="{0E76F914-FB40-4EC4-EA6E-40EEFB31029D}"/>
          </ac:picMkLst>
        </pc:picChg>
      </pc:sldChg>
      <pc:sldChg chg="modSp add mod modClrScheme chgLayout">
        <pc:chgData name="ravi kiran" userId="119fdc0bb374d4e8" providerId="LiveId" clId="{E1989D95-E547-489B-8966-851016733C2C}" dt="2026-07-14T07:42:19.964" v="63" actId="207"/>
        <pc:sldMkLst>
          <pc:docMk/>
          <pc:sldMk cId="3671866034" sldId="256"/>
        </pc:sldMkLst>
        <pc:spChg chg="mod ord">
          <ac:chgData name="ravi kiran" userId="119fdc0bb374d4e8" providerId="LiveId" clId="{E1989D95-E547-489B-8966-851016733C2C}" dt="2026-07-14T07:42:19.964" v="63" actId="207"/>
          <ac:spMkLst>
            <pc:docMk/>
            <pc:sldMk cId="3671866034" sldId="256"/>
            <ac:spMk id="2" creationId="{353FBF51-F255-C93A-C96D-B3D5A19074F1}"/>
          </ac:spMkLst>
        </pc:spChg>
      </pc:sldChg>
      <pc:sldChg chg="modSp mod">
        <pc:chgData name="ravi kiran" userId="119fdc0bb374d4e8" providerId="LiveId" clId="{E1989D95-E547-489B-8966-851016733C2C}" dt="2026-07-14T07:37:37.688" v="48" actId="1036"/>
        <pc:sldMkLst>
          <pc:docMk/>
          <pc:sldMk cId="0" sldId="258"/>
        </pc:sldMkLst>
        <pc:spChg chg="mod">
          <ac:chgData name="ravi kiran" userId="119fdc0bb374d4e8" providerId="LiveId" clId="{E1989D95-E547-489B-8966-851016733C2C}" dt="2026-07-14T07:37:37.688" v="48" actId="1036"/>
          <ac:spMkLst>
            <pc:docMk/>
            <pc:sldMk cId="0" sldId="258"/>
            <ac:spMk id="4" creationId="{00000000-0000-0000-0000-000000000000}"/>
          </ac:spMkLst>
        </pc:spChg>
        <pc:picChg chg="mod">
          <ac:chgData name="ravi kiran" userId="119fdc0bb374d4e8" providerId="LiveId" clId="{E1989D95-E547-489B-8966-851016733C2C}" dt="2026-07-14T07:37:16.551" v="43" actId="14100"/>
          <ac:picMkLst>
            <pc:docMk/>
            <pc:sldMk cId="0" sldId="258"/>
            <ac:picMk id="3" creationId="{00000000-0000-0000-0000-000000000000}"/>
          </ac:picMkLst>
        </pc:picChg>
      </pc:sldChg>
      <pc:sldChg chg="modSp mod">
        <pc:chgData name="ravi kiran" userId="119fdc0bb374d4e8" providerId="LiveId" clId="{E1989D95-E547-489B-8966-851016733C2C}" dt="2026-07-14T07:37:45.766" v="50" actId="14100"/>
        <pc:sldMkLst>
          <pc:docMk/>
          <pc:sldMk cId="0" sldId="259"/>
        </pc:sldMkLst>
        <pc:spChg chg="mod">
          <ac:chgData name="ravi kiran" userId="119fdc0bb374d4e8" providerId="LiveId" clId="{E1989D95-E547-489B-8966-851016733C2C}" dt="2026-07-14T07:37:45.766" v="50" actId="14100"/>
          <ac:spMkLst>
            <pc:docMk/>
            <pc:sldMk cId="0" sldId="259"/>
            <ac:spMk id="2" creationId="{00000000-0000-0000-0000-000000000000}"/>
          </ac:spMkLst>
        </pc:spChg>
      </pc:sldChg>
      <pc:sldChg chg="delSp modSp mod">
        <pc:chgData name="ravi kiran" userId="119fdc0bb374d4e8" providerId="LiveId" clId="{E1989D95-E547-489B-8966-851016733C2C}" dt="2026-07-14T07:44:04.860" v="82" actId="1036"/>
        <pc:sldMkLst>
          <pc:docMk/>
          <pc:sldMk cId="0" sldId="260"/>
        </pc:sldMkLst>
        <pc:spChg chg="del">
          <ac:chgData name="ravi kiran" userId="119fdc0bb374d4e8" providerId="LiveId" clId="{E1989D95-E547-489B-8966-851016733C2C}" dt="2026-07-14T07:43:12.332" v="70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ravi kiran" userId="119fdc0bb374d4e8" providerId="LiveId" clId="{E1989D95-E547-489B-8966-851016733C2C}" dt="2026-07-14T07:43:22.042" v="73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ravi kiran" userId="119fdc0bb374d4e8" providerId="LiveId" clId="{E1989D95-E547-489B-8966-851016733C2C}" dt="2026-07-14T07:44:04.860" v="82" actId="1036"/>
          <ac:spMkLst>
            <pc:docMk/>
            <pc:sldMk cId="0" sldId="260"/>
            <ac:spMk id="9" creationId="{00000000-0000-0000-0000-000000000000}"/>
          </ac:spMkLst>
        </pc:spChg>
        <pc:picChg chg="del mod">
          <ac:chgData name="ravi kiran" userId="119fdc0bb374d4e8" providerId="LiveId" clId="{E1989D95-E547-489B-8966-851016733C2C}" dt="2026-07-14T07:43:07.682" v="69" actId="478"/>
          <ac:picMkLst>
            <pc:docMk/>
            <pc:sldMk cId="0" sldId="260"/>
            <ac:picMk id="4" creationId="{00000000-0000-0000-0000-000000000000}"/>
          </ac:picMkLst>
        </pc:picChg>
        <pc:picChg chg="mod">
          <ac:chgData name="ravi kiran" userId="119fdc0bb374d4e8" providerId="LiveId" clId="{E1989D95-E547-489B-8966-851016733C2C}" dt="2026-07-14T07:43:33.071" v="76" actId="14100"/>
          <ac:picMkLst>
            <pc:docMk/>
            <pc:sldMk cId="0" sldId="260"/>
            <ac:picMk id="6" creationId="{00000000-0000-0000-0000-000000000000}"/>
          </ac:picMkLst>
        </pc:picChg>
        <pc:picChg chg="mod">
          <ac:chgData name="ravi kiran" userId="119fdc0bb374d4e8" providerId="LiveId" clId="{E1989D95-E547-489B-8966-851016733C2C}" dt="2026-07-14T07:43:59.183" v="81" actId="14100"/>
          <ac:picMkLst>
            <pc:docMk/>
            <pc:sldMk cId="0" sldId="260"/>
            <ac:picMk id="10" creationId="{00000000-0000-0000-0000-000000000000}"/>
          </ac:picMkLst>
        </pc:picChg>
      </pc:sldChg>
      <pc:sldChg chg="modSp mod">
        <pc:chgData name="ravi kiran" userId="119fdc0bb374d4e8" providerId="LiveId" clId="{E1989D95-E547-489B-8966-851016733C2C}" dt="2026-07-14T07:44:32.465" v="88" actId="14100"/>
        <pc:sldMkLst>
          <pc:docMk/>
          <pc:sldMk cId="0" sldId="261"/>
        </pc:sldMkLst>
        <pc:picChg chg="mod">
          <ac:chgData name="ravi kiran" userId="119fdc0bb374d4e8" providerId="LiveId" clId="{E1989D95-E547-489B-8966-851016733C2C}" dt="2026-07-14T07:44:32.465" v="88" actId="14100"/>
          <ac:picMkLst>
            <pc:docMk/>
            <pc:sldMk cId="0" sldId="261"/>
            <ac:picMk id="4" creationId="{00000000-0000-0000-0000-000000000000}"/>
          </ac:picMkLst>
        </pc:picChg>
      </pc:sldChg>
      <pc:sldChg chg="new del">
        <pc:chgData name="ravi kiran" userId="119fdc0bb374d4e8" providerId="LiveId" clId="{E1989D95-E547-489B-8966-851016733C2C}" dt="2026-07-14T07:41:08.590" v="52" actId="47"/>
        <pc:sldMkLst>
          <pc:docMk/>
          <pc:sldMk cId="2673402106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0176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7681-FB75-44D8-AD41-CB17EDAED89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C310-86E0-412A-AE5F-3FD3AE67B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937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FBF51-F255-C93A-C96D-B3D5A19074F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174652" y="1102555"/>
            <a:ext cx="6618288" cy="24971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Video Communication and Virtual Collaboration Platform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866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14586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1. Project Overview &amp; Objectives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23577" y="1265858"/>
            <a:ext cx="2599209" cy="1786384"/>
          </a:xfrm>
          <a:prstGeom prst="roundRect">
            <a:avLst>
              <a:gd name="adj" fmla="val 1256"/>
            </a:avLst>
          </a:prstGeom>
          <a:solidFill>
            <a:srgbClr val="304755"/>
          </a:solidFill>
          <a:ln/>
        </p:spPr>
      </p:sp>
      <p:sp>
        <p:nvSpPr>
          <p:cNvPr id="4" name="Text 2"/>
          <p:cNvSpPr/>
          <p:nvPr/>
        </p:nvSpPr>
        <p:spPr>
          <a:xfrm>
            <a:off x="673150" y="1415430"/>
            <a:ext cx="230006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Secure Communication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73150" y="1945109"/>
            <a:ext cx="230006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WebRTC-based rooms with passcodes, waiting rooms, and transport-level controls to protect session integrity.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72358" y="1265858"/>
            <a:ext cx="2599209" cy="1786384"/>
          </a:xfrm>
          <a:prstGeom prst="roundRect">
            <a:avLst>
              <a:gd name="adj" fmla="val 1256"/>
            </a:avLst>
          </a:prstGeom>
          <a:solidFill>
            <a:srgbClr val="304755"/>
          </a:solidFill>
          <a:ln/>
        </p:spPr>
      </p:sp>
      <p:sp>
        <p:nvSpPr>
          <p:cNvPr id="7" name="Text 5"/>
          <p:cNvSpPr/>
          <p:nvPr/>
        </p:nvSpPr>
        <p:spPr>
          <a:xfrm>
            <a:off x="3421931" y="1415430"/>
            <a:ext cx="23000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MFA Security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21931" y="1725141"/>
            <a:ext cx="230006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Demonstration MFA flow at login (mock verification) to validate enterprise authentication patterns.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21139" y="1265858"/>
            <a:ext cx="2599283" cy="1786384"/>
          </a:xfrm>
          <a:prstGeom prst="roundRect">
            <a:avLst>
              <a:gd name="adj" fmla="val 1256"/>
            </a:avLst>
          </a:prstGeom>
          <a:solidFill>
            <a:srgbClr val="304755"/>
          </a:solidFill>
          <a:ln/>
        </p:spPr>
      </p:sp>
      <p:sp>
        <p:nvSpPr>
          <p:cNvPr id="10" name="Text 8"/>
          <p:cNvSpPr/>
          <p:nvPr/>
        </p:nvSpPr>
        <p:spPr>
          <a:xfrm>
            <a:off x="6170712" y="1415430"/>
            <a:ext cx="230013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Collaborative Workspaces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0712" y="1945109"/>
            <a:ext cx="230013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Persistent whiteboards, shared markdown notes, chat threads, polls, and Q&amp;A inside each meeting.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3577" y="3201814"/>
            <a:ext cx="2599209" cy="1327026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</p:sp>
      <p:sp>
        <p:nvSpPr>
          <p:cNvPr id="13" name="Text 11"/>
          <p:cNvSpPr/>
          <p:nvPr/>
        </p:nvSpPr>
        <p:spPr>
          <a:xfrm>
            <a:off x="673150" y="3351386"/>
            <a:ext cx="23000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AI-assisted Analytics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3150" y="3661097"/>
            <a:ext cx="230006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Live transcription, translation, searchable summaries, and automated action-item extraction.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72358" y="3201814"/>
            <a:ext cx="2599209" cy="1327026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</p:sp>
      <p:sp>
        <p:nvSpPr>
          <p:cNvPr id="16" name="Text 14"/>
          <p:cNvSpPr/>
          <p:nvPr/>
        </p:nvSpPr>
        <p:spPr>
          <a:xfrm>
            <a:off x="3421931" y="3351386"/>
            <a:ext cx="23000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Recording Vault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21931" y="3661097"/>
            <a:ext cx="230006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Browser MediaRecorder captures sessions with interactive transcripts that jump to timestamps.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21139" y="3201814"/>
            <a:ext cx="2599283" cy="1327026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</p:sp>
      <p:sp>
        <p:nvSpPr>
          <p:cNvPr id="19" name="Text 17"/>
          <p:cNvSpPr/>
          <p:nvPr/>
        </p:nvSpPr>
        <p:spPr>
          <a:xfrm>
            <a:off x="6170712" y="3351386"/>
            <a:ext cx="23001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Enterprise Control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70712" y="3661097"/>
            <a:ext cx="230013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Custom SVG charts for usage, license allocation, and audit-log analysis.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1499"/>
            <a:ext cx="8096845" cy="302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2. Folder Structure &amp; Purpose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519" y="954154"/>
            <a:ext cx="1813223" cy="35437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03365" y="1107419"/>
            <a:ext cx="4312146" cy="2700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Root</a:t>
            </a: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project metadata and build config (package.json, tsconfig, next.config).</a:t>
            </a:r>
            <a:endParaRPr lang="en-US" sz="12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prisma/</a:t>
            </a: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schema.prisma defines relational models and local SQLite engine (prisma/dev.db).</a:t>
            </a:r>
            <a:endParaRPr lang="en-US" sz="12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public/</a:t>
            </a: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static assets: logos, SVGs, icons used across the app.</a:t>
            </a:r>
            <a:endParaRPr lang="en-US" sz="12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src/app/</a:t>
            </a: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Next.js App Router pages and API routes; key routes: admin, chat, dashboard, login, meeting/[id], recordings.</a:t>
            </a:r>
            <a:endParaRPr lang="en-US" sz="12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src/components/</a:t>
            </a: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reusable widgets: Sidebar, Whiteboard, Notes, ChatPanel, PollsPanel, QAPanel, AIAssistant, AdminCharts.</a:t>
            </a:r>
            <a:endParaRPr lang="en-US" sz="12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src/context/</a:t>
            </a: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AppContext manages sessions, user roles, and global state.</a:t>
            </a:r>
            <a:endParaRPr lang="en-US" sz="12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src/lib/</a:t>
            </a: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prisma.ts exports the initialized Prisma client for server-side data access.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70892"/>
            <a:ext cx="8096845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3. Step-by-Step Local Runbook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23577" y="928539"/>
            <a:ext cx="8554045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Follow this concise runbook to reproduce the app locally. Each command runs from the project root.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23577" y="1197769"/>
            <a:ext cx="262979" cy="262979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5" name="Text 3"/>
          <p:cNvSpPr/>
          <p:nvPr/>
        </p:nvSpPr>
        <p:spPr>
          <a:xfrm>
            <a:off x="572579" y="1226158"/>
            <a:ext cx="164976" cy="206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63" y="1237878"/>
            <a:ext cx="7742560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Step 1 — Open Terminal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77863" y="1464543"/>
            <a:ext cx="7742560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cd "C:\\Users\\ravik\\OneDrive\\Desktop\\VC2\\Video Communication Platform"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3577" y="1813694"/>
            <a:ext cx="262979" cy="262979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9" name="Text 7"/>
          <p:cNvSpPr/>
          <p:nvPr/>
        </p:nvSpPr>
        <p:spPr>
          <a:xfrm>
            <a:off x="572579" y="1842083"/>
            <a:ext cx="164976" cy="206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7863" y="1853803"/>
            <a:ext cx="7742560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Step 2 — Install Dependencies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77863" y="2080468"/>
            <a:ext cx="7742560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npm install — installs next, react, prisma, tailwind, and other dependencies declared in package.json.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3577" y="2429619"/>
            <a:ext cx="262979" cy="262979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3" name="Text 11"/>
          <p:cNvSpPr/>
          <p:nvPr/>
        </p:nvSpPr>
        <p:spPr>
          <a:xfrm>
            <a:off x="572579" y="2458008"/>
            <a:ext cx="164976" cy="206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77863" y="2469728"/>
            <a:ext cx="7742560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Step 3 — Initialize Database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7863" y="2696394"/>
            <a:ext cx="7742560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npx prisma generate</a:t>
            </a:r>
            <a:endParaRPr lang="en-US" sz="9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npx prisma db push — generates client and pushes schema to local SQLite (prisma/dev.db).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3577" y="3212083"/>
            <a:ext cx="262979" cy="262979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7" name="Text 15"/>
          <p:cNvSpPr/>
          <p:nvPr/>
        </p:nvSpPr>
        <p:spPr>
          <a:xfrm>
            <a:off x="572579" y="3240472"/>
            <a:ext cx="164976" cy="206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7863" y="3252192"/>
            <a:ext cx="7742560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Step 4 — Start Dev Server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77863" y="3478857"/>
            <a:ext cx="7742560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npm run dev — boots the Next.js development server and hot-reloads routes.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3577" y="3828008"/>
            <a:ext cx="262979" cy="262979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21" name="Text 19"/>
          <p:cNvSpPr/>
          <p:nvPr/>
        </p:nvSpPr>
        <p:spPr>
          <a:xfrm>
            <a:off x="572579" y="3856397"/>
            <a:ext cx="164976" cy="206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77863" y="3868117"/>
            <a:ext cx="7742560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Step 5 — Open App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7863" y="4094783"/>
            <a:ext cx="7742560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Open http://localhost:3000 in a modern browser (Chrome/Edge/Firefox/Safari with WebRTC support).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3577" y="4393183"/>
            <a:ext cx="8096845" cy="14288"/>
          </a:xfrm>
          <a:prstGeom prst="roundRect">
            <a:avLst>
              <a:gd name="adj" fmla="val 59998"/>
            </a:avLst>
          </a:prstGeom>
          <a:solidFill>
            <a:srgbClr val="CAD6DE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23577" y="4539332"/>
            <a:ext cx="8554045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Tip: For PostgreSQL, update prisma/schema.prisma datasource and add DATABASE_URL to .env before running prisma generate &amp; db push.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40743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 Step by Step Running Steps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1168141" y="1603325"/>
            <a:ext cx="245536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Initialize Database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588" y="1974652"/>
            <a:ext cx="3826412" cy="199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48633" y="3137669"/>
            <a:ext cx="245536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48633" y="3507209"/>
            <a:ext cx="291256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899368" y="1610359"/>
            <a:ext cx="245536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Start Dev Server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830" y="1974652"/>
            <a:ext cx="3064022" cy="13115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9695"/>
            <a:ext cx="8096845" cy="19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5. Execution Process &amp; Output Screenshots (MANDATORY)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741908"/>
            <a:ext cx="3946624" cy="188989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379" y="741908"/>
            <a:ext cx="3945806" cy="1889894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77" y="2791420"/>
            <a:ext cx="3945806" cy="187300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9379" y="2791420"/>
            <a:ext cx="3945806" cy="18791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61293"/>
            <a:ext cx="8096845" cy="681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6. Required Software, Dependencies &amp; Additional Notes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511722"/>
            <a:ext cx="362322" cy="3623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1368" y="1511722"/>
            <a:ext cx="33338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Runtime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61368" y="1865114"/>
            <a:ext cx="3333824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Node.js v18+ (LTS recommended).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2374181"/>
            <a:ext cx="362322" cy="3623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61368" y="2374181"/>
            <a:ext cx="33338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Package Manager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061368" y="2727573"/>
            <a:ext cx="3333824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NPM (bundled with Node). Use npm ci for consistent installs in CI.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3464942"/>
            <a:ext cx="362322" cy="3623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1368" y="3464942"/>
            <a:ext cx="33338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Browser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1061368" y="3818334"/>
            <a:ext cx="3333824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Chrome/Edge/Firefox/Safari with WebRTC &amp; getUserMedia support.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753570" y="1480170"/>
            <a:ext cx="4328815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Key Packages (from package.json)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753570" y="1834828"/>
            <a:ext cx="3871615" cy="1060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1000"/>
              </a:lnSpc>
              <a:buSzPct val="100000"/>
              <a:buChar char="•"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next v16.2.10 — App Router and server rendering</a:t>
            </a:r>
            <a:endParaRPr lang="en-US" sz="1100" dirty="0"/>
          </a:p>
          <a:p>
            <a:pPr marL="223520" indent="-223520" algn="l">
              <a:lnSpc>
                <a:spcPct val="131000"/>
              </a:lnSpc>
              <a:buSzPct val="100000"/>
              <a:buChar char="•"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react / react-dom v19.2.4 — UI framework</a:t>
            </a:r>
            <a:endParaRPr lang="en-US" sz="1100" dirty="0"/>
          </a:p>
          <a:p>
            <a:pPr marL="223520" indent="-223520" algn="l">
              <a:lnSpc>
                <a:spcPct val="131000"/>
              </a:lnSpc>
              <a:buSzPct val="100000"/>
              <a:buChar char="•"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prisma / @prisma/client v6.2.1 — schema and query client</a:t>
            </a:r>
            <a:endParaRPr lang="en-US" sz="1100" dirty="0"/>
          </a:p>
          <a:p>
            <a:pPr marL="223520" indent="-223520" algn="l">
              <a:lnSpc>
                <a:spcPct val="131000"/>
              </a:lnSpc>
              <a:buSzPct val="100000"/>
              <a:buChar char="•"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tailwindcss v4 — utility-first styling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753570" y="3053283"/>
            <a:ext cx="3871615" cy="1009948"/>
          </a:xfrm>
          <a:prstGeom prst="roundRect">
            <a:avLst>
              <a:gd name="adj" fmla="val 2153"/>
            </a:avLst>
          </a:prstGeom>
          <a:solidFill>
            <a:srgbClr val="08786D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8454" y="3269456"/>
            <a:ext cx="181124" cy="1448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24462" y="3215804"/>
            <a:ext cx="3255838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Testing MFA: use an email containing "mfa" to trigger mock passcode flow. Use code 123456 to pass verification.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23577" y="4626918"/>
            <a:ext cx="8096845" cy="19050"/>
          </a:xfrm>
          <a:prstGeom prst="roundRect">
            <a:avLst>
              <a:gd name="adj" fmla="val 60000"/>
            </a:avLst>
          </a:prstGeom>
          <a:solidFill>
            <a:srgbClr val="CAD6DE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584</Words>
  <Application>Microsoft Office PowerPoint</Application>
  <PresentationFormat>On-screen Show (16:9)</PresentationFormat>
  <Paragraphs>64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Cabin Bold</vt:lpstr>
      <vt:lpstr>Arial</vt:lpstr>
      <vt:lpstr>Unbounded</vt:lpstr>
      <vt:lpstr>Cabin</vt:lpstr>
      <vt:lpstr>Office Theme</vt:lpstr>
      <vt:lpstr>Video Communication and Virtual Collaboration Platform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ravi kiran</cp:lastModifiedBy>
  <cp:revision>1</cp:revision>
  <dcterms:created xsi:type="dcterms:W3CDTF">2026-07-14T07:31:12Z</dcterms:created>
  <dcterms:modified xsi:type="dcterms:W3CDTF">2026-07-14T07:44:41Z</dcterms:modified>
</cp:coreProperties>
</file>